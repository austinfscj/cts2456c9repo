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4DD96-91ED-9EC3-643E-E7C77D8E2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31317C-1851-8DD9-7041-31DEF608D3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095EF-FD0C-0022-1DCB-91CD6488F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70CA6-FB52-40DB-97FC-ECC46AD1B0F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1F6D2-840F-7E59-CEFA-E094E3D89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9C771-7982-6189-1BD5-D25317D3E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2CFE-9D96-4E61-9741-97B383E0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071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17D0-D36F-CE2A-46BB-BDD4267FC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9C4C2-3984-428E-E68E-5C75E6D71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561D7-3413-EBA9-9D8C-DADDB207F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70CA6-FB52-40DB-97FC-ECC46AD1B0F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3C4AF-D4EC-ED1B-8494-333637927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36B46-FC4B-398C-E022-BA1CBE8FA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2CFE-9D96-4E61-9741-97B383E0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035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400EC-07D7-F8A4-0905-81D9D03F7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A0966-9B6D-5813-EB0F-FE3017B8D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0396A-4973-6F8C-0598-F3C2D8DA5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70CA6-FB52-40DB-97FC-ECC46AD1B0F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86DBD-E2A6-A90C-2083-9D331AA20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768E9-D438-915D-8555-82EB35A49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2CFE-9D96-4E61-9741-97B383E0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750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C469D-7096-0DB7-B3F6-9B71AC273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31A66-9BF4-B22A-EFF1-C8521A24E2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55BE65-E515-E3AF-D227-5D1EC59454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A48B8E-F511-90F6-7E17-2AA371065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70CA6-FB52-40DB-97FC-ECC46AD1B0F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98916D-2EFD-3656-DCDF-9D4008277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E8E0E-AC5D-669D-252D-6C330A4C2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2CFE-9D96-4E61-9741-97B383E0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0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F0C6E-B43D-3E13-DE0F-5B1DA08E7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508E27-8A20-F04F-50BA-BD6058D2F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D05962-BAD2-B80D-5B72-61180C557A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A6CED8-85C7-AA82-97D5-B3AAB49C70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3C1E7C-6F03-7B85-D535-A913203D7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77F5A7-184C-C1C6-2A7C-0BD22B20F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70CA6-FB52-40DB-97FC-ECC46AD1B0F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909D0A-B911-75D1-2F3E-9B768FE35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DD8A5D-D8F5-CD88-3206-B65A71E2D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2CFE-9D96-4E61-9741-97B383E0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209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60774-B018-EE8B-80D1-065304654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E32B37-D2C7-25BE-0764-E79D7CCCF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70CA6-FB52-40DB-97FC-ECC46AD1B0F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58F60E-7224-16E3-AE8A-EBEAFC8D4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219308-74C2-010F-FA48-6F8FC5CFA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2CFE-9D96-4E61-9741-97B383E0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056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2031EE-A8B9-BAFC-14B2-79942C0B7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70CA6-FB52-40DB-97FC-ECC46AD1B0F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0E30AC-8B36-B816-6583-3A76FB7E6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F57A3-6611-2442-4C49-1CA3C92F6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2CFE-9D96-4E61-9741-97B383E0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811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E6901-D841-1318-42DC-4E38AE7F0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45CA2-8B03-FD36-C7BE-14CF16974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2159FA-E30B-1B84-55A2-9D590779CB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CB7915-9B5F-A4E9-AD58-2DBFB5443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70CA6-FB52-40DB-97FC-ECC46AD1B0F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B2450D-D6CB-B3E7-EEED-9A9C1B711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CE23AA-0667-25B2-593B-E162A68A3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2CFE-9D96-4E61-9741-97B383E0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818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99FE1-73EC-D157-EB23-1B0CD3BBB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62C645-2118-186E-16CD-B6ABEEAABC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D13D81-8A3C-C74A-6A1E-1925D0F0CA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69FF5E-8E2D-0422-A200-D007D247B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70CA6-FB52-40DB-97FC-ECC46AD1B0F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B33FDB-D94E-138D-8AB7-8CD518672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7A51AF-3090-7C8F-6B59-3892E004E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2CFE-9D96-4E61-9741-97B383E0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63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D339C-7A1F-6183-69ED-1612A2BFE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C3433-BE48-6261-ECAD-19D9AC65D7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4CCE8-B60D-8B18-6414-A292F5779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70CA6-FB52-40DB-97FC-ECC46AD1B0F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3C942-A59C-874A-6A39-515F5431E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B6EEA-405D-12F2-29C1-64AE084C6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2CFE-9D96-4E61-9741-97B383E0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17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0D18CB-D00A-AAB2-ED42-53E877F8DC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C70189-D2B3-93F4-9807-A6D498BC52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D4EC2-163C-5BB8-B172-C2A6CB740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70CA6-FB52-40DB-97FC-ECC46AD1B0F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C7FC5-7F4E-5832-8CC5-FAC056BAE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F6BBC-4046-F295-29A1-69A57667B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2CFE-9D96-4E61-9741-97B383E0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397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6A998E-3FE3-60A6-EAAD-D3749A31E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5F2A96-2706-7746-A69B-1EE121BFC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62855-842C-F106-5422-4F37F7397C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970CA6-FB52-40DB-97FC-ECC46AD1B0F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897E0-403A-D205-DA54-5CEEF4B15E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C5720-9A9E-B282-100D-6144D4F565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0C2CFE-9D96-4E61-9741-97B383E07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189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1BA7F-586A-7007-0CE4-8C6DBE4F3A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GPA1-B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D9D1CC-47CA-863F-F73B-963369E962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Austin Cole</a:t>
            </a:r>
          </a:p>
          <a:p>
            <a:r>
              <a:rPr lang="en-US" dirty="0"/>
              <a:t>5/15/2026</a:t>
            </a:r>
          </a:p>
        </p:txBody>
      </p:sp>
    </p:spTree>
    <p:extLst>
      <p:ext uri="{BB962C8B-B14F-4D97-AF65-F5344CB8AC3E}">
        <p14:creationId xmlns:p14="http://schemas.microsoft.com/office/powerpoint/2010/main" val="722239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51005-ED35-8EC8-98AE-BEFDECBC8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 1 from step 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B784A-CB81-83E3-FEA5-C6DCA62CA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226F5D-0852-8EBB-91B5-EE2F15A4D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5625"/>
            <a:ext cx="10179718" cy="363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179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22D-8445-DFBB-47D9-80AC0C9DC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 2 from step 13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8C7BEC-F827-7EB8-B42C-65E3E71DFB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2994" y="2496271"/>
            <a:ext cx="9102926" cy="235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395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610B3-4A66-93BD-1BB3-AED9B47F3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 3 from step 17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849CDC-6142-0BBD-2D9F-2A685BD2B5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6391" y="2019942"/>
            <a:ext cx="9279217" cy="3818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083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19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GPA1-B</vt:lpstr>
      <vt:lpstr>Screenshot 1 from step 9</vt:lpstr>
      <vt:lpstr>Screenshot 2 from step 13</vt:lpstr>
      <vt:lpstr>Screenshot 3 from step 17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Austin Cole</dc:creator>
  <cp:lastModifiedBy>Austin Cole</cp:lastModifiedBy>
  <cp:revision>2</cp:revision>
  <dcterms:created xsi:type="dcterms:W3CDTF">2026-05-16T22:55:21Z</dcterms:created>
  <dcterms:modified xsi:type="dcterms:W3CDTF">2026-05-16T23:06:43Z</dcterms:modified>
</cp:coreProperties>
</file>